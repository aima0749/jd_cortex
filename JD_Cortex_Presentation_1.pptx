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640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rob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580" y="803300"/>
            <a:ext cx="450799" cy="4507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CORTEX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576072" y="34015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Perception, Reasoning, and Memory for an EZ-Robot JD Humanoid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76072" y="41605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Synthiam ARC, Google Gemini, and YOLO vision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Tatheer Aima Naqvi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 · Gemini reasoning · Whitelisted actions · Surveillance &amp; ambient modes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Ushaaq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memory · ARC control panel · Gesture control · System launcher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JD Cortex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1C22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comment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970" y="22091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6324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Understands you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9808" y="3520440"/>
            <a:ext cx="2112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spoken, or gestured commands are understood in plain language.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1C22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3766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ey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170" y="220919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306324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Watches the room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493008" y="3520440"/>
            <a:ext cx="2112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pipeline notices who is present, their posture, and what they hold.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1C22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8086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370" y="22091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9632" y="306324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236208" y="3520440"/>
            <a:ext cx="2112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Arrivals, departures, and sightings are kept in a running diary.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78240" y="16916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101600" dist="38100" dir="5400000">
              <a:srgbClr val="1C22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2406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1570" y="220919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42832" y="306324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safe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979408" y="3520440"/>
            <a:ext cx="2112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checked against a fixed, pre-approved whitelist before it runs.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FF4F8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2578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sensing, remembering, deciding, and acting are handled by separate processes. Nothing is done by one giant program — which makes the whole system easier to reason about, and safer to run.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Cooperating Processes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21351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9202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298448" y="23042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scene_state.json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69464" y="2176272"/>
            <a:ext cx="384048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2953512" y="1828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72384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828" y="21351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19202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Recorder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703320" y="23042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state → diary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974336" y="2176272"/>
            <a:ext cx="384048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2"/>
          <p:cNvSpPr/>
          <p:nvPr/>
        </p:nvSpPr>
        <p:spPr>
          <a:xfrm>
            <a:off x="5358384" y="1828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77256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cons/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21351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08192" y="19202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(main.py)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08192" y="23042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validation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379208" y="2176272"/>
            <a:ext cx="384048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Shape 17"/>
          <p:cNvSpPr/>
          <p:nvPr/>
        </p:nvSpPr>
        <p:spPr>
          <a:xfrm>
            <a:off x="7763256" y="1828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82128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icons/robo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572" y="213512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13064" y="19202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→ JD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513064" y="23042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+ movement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358384" y="32461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EFF4F8"/>
          </a:solidFill>
          <a:ln w="12700">
            <a:solidFill>
              <a:srgbClr val="D8E1E9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477256" y="336499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9" name="Image 4" descr="icons/sitema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0413" y="3478149"/>
            <a:ext cx="276606" cy="27660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071616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Panel (C#)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071616" y="3611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diary, hold-to-talk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6231636" y="2816352"/>
            <a:ext cx="219456" cy="384048"/>
          </a:xfrm>
          <a:prstGeom prst="upArrow">
            <a:avLst/>
          </a:prstGeom>
          <a:solidFill>
            <a:srgbClr val="21295C"/>
          </a:solidFill>
          <a:ln/>
        </p:spPr>
      </p:sp>
      <p:sp>
        <p:nvSpPr>
          <p:cNvPr id="33" name="Shape 26"/>
          <p:cNvSpPr/>
          <p:nvPr/>
        </p:nvSpPr>
        <p:spPr>
          <a:xfrm>
            <a:off x="7763256" y="32461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EFF4F8"/>
          </a:solidFill>
          <a:ln w="12700">
            <a:solidFill>
              <a:srgbClr val="D8E1E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882128" y="336499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5" name="Image 5" descr="icons/han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285" y="3478149"/>
            <a:ext cx="276606" cy="27660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76488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Control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8476488" y="3611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→ ARC directly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8636508" y="2816352"/>
            <a:ext cx="219456" cy="384048"/>
          </a:xfrm>
          <a:prstGeom prst="upArrow">
            <a:avLst/>
          </a:prstGeom>
          <a:solidFill>
            <a:srgbClr val="21295C"/>
          </a:solidFill>
          <a:ln/>
        </p:spPr>
      </p:sp>
      <p:sp>
        <p:nvSpPr>
          <p:cNvPr id="39" name="Shape 31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</p:sp>
      <p:sp>
        <p:nvSpPr>
          <p:cNvPr id="40" name="Text 32"/>
          <p:cNvSpPr/>
          <p:nvPr/>
        </p:nvSpPr>
        <p:spPr>
          <a:xfrm>
            <a:off x="868680" y="470916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it up?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main.py ever opens the ARC connection that speaks — watchers queue messages through a shared file instead of talking to ARC directly. Gesture control gets its own, completely separate ARC connection, so it can never collide with conversation.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Command Reaches JD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arrives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spoken (local Parakeet), or via the ARC panel — all reach the same process_command().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match first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is checked against the safe-action list before anything else runs.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9828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if needed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58200" y="2606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summary, witness diary, and chat history are attached to the prompt.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3251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is spoken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sends the reply to ARC's SayWait — the only process that ever does.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43251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re-checked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17720" y="49834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suggested action is validated again against known_actions.py before ARC ever sees it.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98280" y="43251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moves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58200" y="49834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movement runs, then JD returns to Standing automatically.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Brain — jd_robot_system/main.py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3741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703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ARC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14600" y="1600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icons/networ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59" y="172775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581912"/>
            <a:ext cx="8275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connection, one owner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91840" y="19293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arc_connection.py opens a single TCP socket to ARC — opened once, used for every command.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514600" y="27706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icons/comment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159" y="2898191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91840" y="2752344"/>
            <a:ext cx="8275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 paths, one brain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291840" y="30998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typing, local voice (Parakeet), and the ARC panel all funnel through process_command().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514600" y="39410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icons/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159" y="40686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91840" y="3922776"/>
            <a:ext cx="8275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then act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291840" y="4270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known_actions.py holds the whitelist — movements, sounds, lights. Nothing runs without a match.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514600" y="51114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4" descr="icons/bell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159" y="5239055"/>
            <a:ext cx="311810" cy="3118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91840" y="5093208"/>
            <a:ext cx="8275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alert thread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291840" y="5440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a file-backed speech queue so surveillance and ambient watchers can still speak safely.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Integration — Three Distinct Uses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comment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understand()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0449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&amp; action match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4747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REPLY + MATCH. Only ever suggests an action — main.py must still validate it before it runs.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059" y="21195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assess_alert()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30449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judgement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63440" y="34747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SAFE: if Gemini is unreachable, it alerts anyway with a generic line rather than staying silent.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76200" dist="25400" dir="5400000">
              <a:srgbClr val="1C22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392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cons/bullsey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39" y="21195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ambient_comment()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03920" y="30449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remarks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503920" y="34747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SILENT: if Gemini is unreachable, it simply says nothing — a skipped remark costs nothing.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EFF4F8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466344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resilience: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walks a list of model names — skipping to the next on a 404 — and rotates through up to three API keys per model, since the free tier allows roughly 20 requests/day/key/model. A live usage counter is shown on the ARC panel.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Pipeline — A Pure Sensor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91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73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25880" y="202082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identifies general objects in frame.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4360" y="2743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s/sitem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19" y="287075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7249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tracking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25880" y="30723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pose gives each person a tracker ID.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4360" y="3794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bullsey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9" y="392231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7764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25880" y="41239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against known_encodings.pkl to assign real names.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80760" y="1691640"/>
            <a:ext cx="5532120" cy="3246120"/>
          </a:xfrm>
          <a:prstGeom prst="roundRect">
            <a:avLst>
              <a:gd name="adj" fmla="val 2535"/>
            </a:avLst>
          </a:prstGeom>
          <a:solidFill>
            <a:srgbClr val="21295C"/>
          </a:solidFill>
          <a:ln/>
        </p:spPr>
      </p:sp>
      <p:sp>
        <p:nvSpPr>
          <p:cNvPr id="17" name="Text 12"/>
          <p:cNvSpPr/>
          <p:nvPr/>
        </p:nvSpPr>
        <p:spPr>
          <a:xfrm>
            <a:off x="635508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vision_pipeline/scene_state.json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33172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1723222110.4,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"objects_visible": ["laptop", "cup"],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"people":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"3":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"aima",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"posture": "sitting",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"holding": "cup",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"sitting_on": "chair"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FF4F8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atomically: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.tmp file is renamed into place with os.replace(...), so no reader — scene_context, the witness recorder, or the panel — ever sees a half-written file.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Witness Diary — A Robot That Remembers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542" y="2004822"/>
            <a:ext cx="653796" cy="653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17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(WAL mode)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331720" y="1691640"/>
            <a:ext cx="9235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31720" y="169164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2606040" y="1783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by name, never tracker ID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606040" y="21488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person can burn through dozens of tracker IDs a minute — unrecognised sightings pool into one “unknown” bucket instead.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31720" y="2880360"/>
            <a:ext cx="9235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31720" y="288036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2606040" y="2971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arrivals &amp; departures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606040" y="33375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couple of seconds of continuous presence confirms an arrival; a longer solid gap confirms a departure — no flapping on a tracking hiccup.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331720" y="4069080"/>
            <a:ext cx="9235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31720" y="406908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2606040" y="4160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same Gemini prompt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606040" y="45262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memory_context.py adds a diary block alongside the live scene — so “who did you see today?” is answered by the same brain as any other question.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14 days by default (JD_DIARY_KEEP_DAYS) — pruned automatically at every recorder startup.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Hand-Gesture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→ 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21024" y="2404872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/>
        </p:spPr>
      </p:sp>
      <p:sp>
        <p:nvSpPr>
          <p:cNvPr id="8" name="Text 6"/>
          <p:cNvSpPr/>
          <p:nvPr/>
        </p:nvSpPr>
        <p:spPr>
          <a:xfrm>
            <a:off x="3621024" y="240487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21024" y="2862072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286207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left / right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21024" y="3319272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3621024" y="331927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down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21024" y="3776472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3621024" y="377647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sign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21024" y="4233672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3621024" y="423367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fingers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21024" y="4690872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3621024" y="469087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pinky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21024" y="5148072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F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3621024" y="514807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Pushups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16916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0" descr="icons/han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25" y="1845945"/>
            <a:ext cx="377190" cy="37719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858000" y="17373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stationary webcam — never JD's own camera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989320" y="2560320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JD's own camera moves when JD moves — a FORWARD gesture would shake the view, lose the hand, and trip the very safety stop meant to protect it.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989320" y="3520440"/>
            <a:ext cx="5623560" cy="2148840"/>
          </a:xfrm>
          <a:prstGeom prst="roundRect">
            <a:avLst>
              <a:gd name="adj" fmla="val 3830"/>
            </a:avLst>
          </a:prstGeom>
          <a:solidFill>
            <a:srgbClr val="21295C"/>
          </a:solidFill>
          <a:ln/>
        </p:spPr>
      </p:sp>
      <p:sp>
        <p:nvSpPr>
          <p:cNvPr id="32" name="Shape 29"/>
          <p:cNvSpPr/>
          <p:nvPr/>
        </p:nvSpPr>
        <p:spPr>
          <a:xfrm>
            <a:off x="6263640" y="37947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3" name="Image 1" descr="icons/bel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84" y="3918204"/>
            <a:ext cx="301752" cy="30175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949440" y="381304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safety stop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6263640" y="43891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hand disappears mid-walk, JD is stopped automatically after a short number of hand-less frames — it can never be left walking indefinitely.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 Control Panel (“Memory” Skill)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C# ARC Behavior Control skill giving one live window into everything JD Cortex is doing.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63500" dist="25400" dir="5400000">
              <a:srgbClr val="1C2233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5831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light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3192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of the link to the Python brain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2240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63500" dist="25400" dir="5400000">
              <a:srgbClr val="1C2233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cog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5831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card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26280" y="33192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JD currently sees, updated live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46720" y="2240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63500" dist="25400" dir="5400000">
              <a:srgbClr val="1C2233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cog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258318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box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75320" y="33192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for both memory questions and commands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63500" dist="25400" dir="5400000">
              <a:srgbClr val="1C2233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18338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Hold-to-talk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7240" y="49194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Push-to-record voice input from the panel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97680" y="3840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63500" dist="25400" dir="5400000">
              <a:srgbClr val="1C2233">
                <a:alpha val="9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icons/cog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41833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toggle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26280" y="49194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Starts/stops hand-gesture control with a plain-language legend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46720" y="3840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  <a:effectLst>
            <a:outerShdw sx="100000" sy="100000" kx="0" ky="0" algn="bl" rotWithShape="0" blurRad="63500" dist="25400" dir="5400000">
              <a:srgbClr val="1C2233">
                <a:alpha val="9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7532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icons/cog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418338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75320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shutdown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75320" y="49194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stop button for the whole system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127.0.0.1:5005 — one line in, one line out (status, diary [n], alerts [n], gesture on|off, listen start|stop, stop, or free text).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Watchers, Two Failure Philosophies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2117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Watcher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4505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SAFE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Watches for unknown people and sensitive objects (knives, scissors)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54787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condition must persist across multiple polls before it fires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416966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to activity_log.txt and requests a snapshot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4791456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Gemini is unreachable, it alerts anyway with generic wording — silence could hide a real event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20574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icons/comment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985" y="2211705"/>
            <a:ext cx="377190" cy="3771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06640" y="2103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Watcher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406640" y="24505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SILENT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583680" y="292608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Watches for meaningful changes — arrivals, departures, posture, idle time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83680" y="354787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Asks Gemini whether a short remark is genuinely natural right now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583680" y="416966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Deliberately conservative — silence is the common, expected case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583680" y="4791456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Gemini is unreachable, it just says nothing — a skipped remark costs nothing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Running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(ultralytics) · OpenCV · face_recognition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262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plain HTTP, no SDK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7532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Parakeet (sherpa-onnx) — nothing leaves the machine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0.10.21 (pinned)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7889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2628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WAL mode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27889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7532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Synthiam ARC — TCP script server, port 6666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launcher for the whole system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8680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check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06240" y="4617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every library, model file, key, and port before a session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5074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06240" y="50749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vision, memory, brain, and watchers in dependency order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5532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--minimal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06240" y="5532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+ witness memory only, no vision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4747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76072" y="23317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Cortex keeps sensing, remembering, deciding, and acting as separate, cooperating processes — safe by construction, not by afterthought.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" y="3575304"/>
            <a:ext cx="128016" cy="128016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4472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whitelist, always checked — Gemini reasons, but never drives JD directly.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4142232"/>
            <a:ext cx="128016" cy="128016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01421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 voice, one owner — every other process queues speech instead of speaking itself.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" y="4709160"/>
            <a:ext cx="128016" cy="128016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58114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by name, not tracker ID — durable, readable, and honest about what JD actually saw.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" y="5806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Tatheer Aima Naqvi   ·   Bushra Ushaaq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6199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JD Cortex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2026-08-09T18:14:49Z</dcterms:created>
  <dcterms:modified xsi:type="dcterms:W3CDTF">2026-08-09T18:14:49Z</dcterms:modified>
</cp:coreProperties>
</file>